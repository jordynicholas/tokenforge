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TokenForge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Coding FinOps</a:t>
            </a:r>
          </a:p>
          <a:p>
            <a:r>
              <a:t>Detect → Fix → 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Enterprises overspend on metered AI coding credits.</a:t>
            </a:r>
          </a:p>
          <a:p>
            <a:pPr>
              <a:defRPr sz="1800"/>
            </a:pPr>
            <a:r>
              <a:t>Low-value context inflates Chat/Agent workflows:</a:t>
            </a:r>
          </a:p>
          <a:p>
            <a:pPr>
              <a:defRPr sz="1800"/>
            </a:pPr>
            <a:r>
              <a:t>• inactive giant tabs</a:t>
            </a:r>
          </a:p>
          <a:p>
            <a:pPr>
              <a:defRPr sz="1800"/>
            </a:pPr>
            <a:r>
              <a:t>• lockfiles &amp; generated artifacts</a:t>
            </a:r>
          </a:p>
          <a:p>
            <a:pPr>
              <a:defRPr sz="1800"/>
            </a:pPr>
            <a:r>
              <a:t>• fat always-on instructions</a:t>
            </a:r>
          </a:p>
          <a:p>
            <a:pPr>
              <a:defRPr sz="1800"/>
            </a:pPr>
            <a:r>
              <a:t>• missing exclusions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it's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Eng Manager / FinOps — buyer (ROI, team waste, projected $)</a:t>
            </a:r>
          </a:p>
          <a:p>
            <a:pPr>
              <a:defRPr sz="1800"/>
            </a:pPr>
            <a:r>
              <a:t>Developer — user (IDE risk signal + one-click repo fix)</a:t>
            </a:r>
          </a:p>
          <a:p>
            <a:pPr>
              <a:defRPr sz="1800"/>
            </a:pPr>
            <a:r>
              <a:t>Platform / DevEx — rollout (CLI + policy pack at scale)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1. Detect — score risky context (provider-agnostic)</a:t>
            </a:r>
          </a:p>
          <a:p>
            <a:pPr>
              <a:defRPr sz="1800"/>
            </a:pPr>
            <a:r>
              <a:t>2. Fix — lean instructions + exclusions via adapters</a:t>
            </a:r>
          </a:p>
          <a:p>
            <a:pPr>
              <a:defRPr sz="1800"/>
            </a:pPr>
            <a:r>
              <a:t>3. Prove — Tokens Saved dashboard ($ / credits / tokens)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Detect: two layers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Default: heuristic scan (fast, offline, deterministic)</a:t>
            </a:r>
          </a:p>
          <a:p>
            <a:pPr>
              <a:defRPr sz="1800"/>
            </a:pPr>
            <a:r>
              <a:t>• file size × inactivity × filetype class</a:t>
            </a:r>
          </a:p>
          <a:p>
            <a:pPr>
              <a:defRPr sz="1800"/>
            </a:pPr>
            <a:r>
              <a:t>• estTokens ≈ ceil(bytes / 4)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Optional Phase 2: hybrid enrichment</a:t>
            </a:r>
          </a:p>
          <a:p>
            <a:pPr>
              <a:defRPr sz="1800"/>
            </a:pPr>
            <a:r>
              <a:t>• same baseline + LLM semantic pass on bounded candidates</a:t>
            </a:r>
          </a:p>
          <a:p>
            <a:pPr>
              <a:defRPr sz="1800"/>
            </a:pPr>
            <a:r>
              <a:t>• local (Ollama / Qwen) or external (OpenAI, Anthropic, …)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Hybrid scan honesty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Default scan does NOT use AI.</a:t>
            </a:r>
          </a:p>
          <a:p>
            <a:pPr>
              <a:defRPr sz="1800"/>
            </a:pPr>
            <a:r>
              <a:t>Hybrid is opt-in (--mode hybrid).</a:t>
            </a:r>
          </a:p>
          <a:p>
            <a:pPr>
              <a:defRPr sz="1800"/>
            </a:pPr>
            <a:r>
              <a:t>Token math stays heuristic — not model guesses.</a:t>
            </a:r>
          </a:p>
          <a:p>
            <a:pPr>
              <a:defRPr sz="1800"/>
            </a:pPr>
            <a:r>
              <a:t>External enrichers may send candidate excerpts off-machine.</a:t>
            </a:r>
          </a:p>
          <a:p>
            <a:pPr>
              <a:defRPr sz="1800"/>
            </a:pPr>
            <a:r>
              <a:t>We advise / exclude — we do not intercept agent pipelines.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Ports &amp; adapters (hexagonal)</a:t>
            </a:r>
          </a:p>
          <a:p>
            <a:pPr>
              <a:defRPr sz="1800"/>
            </a:pPr>
            <a:r>
              <a:t>Kernel: packages/risk-core</a:t>
            </a:r>
          </a:p>
          <a:p>
            <a:pPr>
              <a:defRPr sz="1800"/>
            </a:pPr>
            <a:r>
              <a:t>Edges: extension (Detect), CLI adapters (Fix + LLM enrichers), dashboard (Prove)</a:t>
            </a:r>
          </a:p>
          <a:p>
            <a:pPr>
              <a:defRPr sz="1800"/>
            </a:pPr>
            <a:r>
              <a:t>Integration: .tokenforge/scan-report.json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MVP demo (≤5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Noisy IDE tabs → extension risk drops</a:t>
            </a:r>
          </a:p>
          <a:p>
            <a:pPr>
              <a:defRPr sz="1800"/>
            </a:pPr>
            <a:r>
              <a:t>CLI tokenforge init → policy pack</a:t>
            </a:r>
          </a:p>
          <a:p>
            <a:pPr>
              <a:defRPr sz="1800"/>
            </a:pPr>
            <a:r>
              <a:t>Dashboard → ~30% scenario on demo seed</a:t>
            </a:r>
          </a:p>
          <a:p>
            <a:pPr>
              <a:defRPr sz="1800"/>
            </a:pPr>
            <a:r>
              <a:t>Sound bite: They help the agent remember. We help the org stop bleeding tokens.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 Auto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Auto Memory: enriches continuity for one agent</a:t>
            </a:r>
          </a:p>
          <a:p>
            <a:pPr>
              <a:defRPr sz="1800"/>
            </a:pPr>
            <a:r>
              <a:t>TokenForge: cuts billable waste for the enterprise</a:t>
            </a:r>
          </a:p>
          <a:p>
            <a:pPr>
              <a:defRPr sz="1800"/>
            </a:pPr>
            <a:r>
              <a:t>Metric: tokens avoided / AI credits / $ — not memory quality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 (Phase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Shipped: heuristic default, Ollama hybrid, dashboard LLM boards</a:t>
            </a:r>
          </a:p>
          <a:p>
            <a:pPr>
              <a:defRPr sz="1800"/>
            </a:pPr>
            <a:r>
              <a:t>F1 Hybrid Detect: OpenAI-compat + Anthropic enrichers, then extension hook</a:t>
            </a:r>
          </a:p>
          <a:p>
            <a:pPr>
              <a:defRPr sz="1800"/>
            </a:pPr>
            <a:r>
              <a:t>F2 Org scale: live usage/billing (per provider) → org policy apply</a:t>
            </a:r>
          </a:p>
          <a:p>
            <a:pPr>
              <a:defRPr sz="1800"/>
            </a:pPr>
            <a:r>
              <a:t>F3 Adjacent (do not pitch): chat compaction · model routing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