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 during demo. Full script: .presentation/hackathon-2026-09/PRESENTER_RUNBOOK.md</a:t>
            </a:r>
          </a:p>
          <a:p>
            <a:r>
              <a:t>Hybrid: npm run tokenforge -- scan fixtures/instructions-app --mode hybrid --llm cursor-cli:composer-2.5 --allow-external</a:t>
            </a:r>
          </a:p>
          <a:p>
            <a:r>
              <a:t>Fallback: dashboard/public/demo-hybrid-cursor-report.json</a:t>
            </a:r>
          </a:p>
          <a:p>
            <a:r>
              <a:t>Cut order: team scope → live hybrid → architecture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5440680"/>
            <a:ext cx="12027103" cy="141732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HACKATHON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Coding FinOps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Detect high-cost context  →  Fix with provider policy packs  →  Prove $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 → Fix → Prove for metered AI coding 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Stop bleeding tokens on low-value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01  ·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Teams buy AI coding credits — then burn them on waste.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Managers see the invoice — not the waste loop. Low-value context inflates every Agent turn.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Inactive giant tabs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Lockfiles, bundles, and stale editors ride into every Agent 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8456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Fat always-on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Bloated AGENTS / rules files tax every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Missing exclusions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 governed pack to keep generated junk out of context.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872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No savings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Spend shows on invoices — waste never shows as a finding.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02  ·  COMPETITION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The market has pieces of the answer — not the control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789920" cy="41148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719072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719072"/>
            <a:ext cx="4160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vs TokenForge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10789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58568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Agent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5856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Continuity for one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258568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Does not cut billable waste or prove $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70632"/>
            <a:ext cx="1078992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718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Cloud FinOps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97180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Infra / SaaS cloud spend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97180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Blind to IDE &amp; repo AI-context waste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83864"/>
            <a:ext cx="10789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8503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LLM observability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68503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API traces &amp; prompt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685032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Not coding-agent tab + exclusion hygiene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97096"/>
            <a:ext cx="1078992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9826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Vendor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398264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Show Copilot / Cursor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398264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Report spend — do not Detect →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4C49"/>
                </a:solidFill>
                <a:latin typeface="Calibri"/>
                <a:ea typeface="Calibri"/>
                <a:cs typeface="Calibri"/>
              </a:rPr>
              <a:t>TokenForge is the only loop that Detects IDE/repo context waste, Fixes via provider policy packs, and Proves $ to FinOps — provider-agnostic.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03  ·  DIFFERENTIATION &amp; UNIQUENESS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Memory helps the agent. We stop the organisation bleeding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Slide 3 categories optimise spend or recall — none remove billable context waste and prove $.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212080" cy="438912"/>
          </a:xfrm>
          <a:prstGeom prst="rect">
            <a:avLst/>
          </a:prstGeom>
          <a:solidFill>
            <a:srgbClr val="5B67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2024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Auto Memory / 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Remembers useful project knowledge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Metric: memory 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212080" cy="43891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92024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404872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Stops paying for useless context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Metric: tokens / credits / $ avoided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0972800" cy="1874519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95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makes us unique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10515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• Detect → Fix → Prove closed loop on billable context waste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• Provider-agnostic kernel + pluggable Fix / LLM enricher adapters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• Estimate vs imported bill reconciliation — not scan totals alone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• Hybrid AI opt-in (cursor-cli:composer-2.5) on bounded candidates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04  ·  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One product. Three relationships.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Buyer: Eng Manager / FinOps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ROI, team waste, projected $, BU roll-up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User: 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IDE risk signal + Keep / Filter + one-click repo fix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Rollout: Platform / DevEx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adapters + org-pack at estate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05  ·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Detect → Fix → 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520440" cy="9601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Heuristic default +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opt-in hybrid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(cursor-cli:composer-2.5).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3520440" cy="9601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Lean instructions +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exclusions via adapters.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Org-pack for multi-repo.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91640"/>
            <a:ext cx="3520440" cy="96012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Variance board +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Assumptions + imported bill.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Architecture-aware.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PRESENTER RUN-OF-SHOW  ·  DO NOT SHOW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Ten minutes. Four live beats.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14884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73152" cy="3520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2148840" cy="3520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64792"/>
            <a:ext cx="17465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Open 0:00–2:15  [A]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40864"/>
            <a:ext cx="174650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Slides 1–6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Competition + uniqueness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3512" y="1600200"/>
            <a:ext cx="214884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3512" y="1600200"/>
            <a:ext cx="73152" cy="3520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53512" y="1600200"/>
            <a:ext cx="2148840" cy="3520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764792"/>
            <a:ext cx="17465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Detect+Fix 2:15–4:45  [B]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340864"/>
            <a:ext cx="174650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Extension → scan → apply --dry-run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66944" y="1600200"/>
            <a:ext cx="214884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66944" y="1600200"/>
            <a:ext cx="73152" cy="3520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66944" y="1600200"/>
            <a:ext cx="2148840" cy="3520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68112" y="1764792"/>
            <a:ext cx="17465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Prove 4:45–7:00  [C]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2340864"/>
            <a:ext cx="174650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Assumptions ~30%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Variance 3 KPIs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0376" y="1600200"/>
            <a:ext cx="214884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0376" y="1600200"/>
            <a:ext cx="73152" cy="3520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0376" y="1600200"/>
            <a:ext cx="2148840" cy="3520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81544" y="1764792"/>
            <a:ext cx="17465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Hybrid 7:00–8:30  [D/B]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1544" y="2340864"/>
            <a:ext cx="174650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cursor-cli:composer-2.5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instructions-app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93808" y="1600200"/>
            <a:ext cx="214884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93808" y="1600200"/>
            <a:ext cx="73152" cy="352044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93808" y="1600200"/>
            <a:ext cx="2148840" cy="3520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4976" y="1764792"/>
            <a:ext cx="17465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Close 8:30–10:00  [A]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94976" y="2340864"/>
            <a:ext cx="174650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Honesty → Architecture → Takeaway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08  · 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What we claim — and what we refuse to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190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2951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Advise, filter context, write policy packs, prove with transparent assumptions + imported bills.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544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5544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7190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don’t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2951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Intercept any vendor’s private Chat/Agent pipeline.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260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260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0906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Hybrid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6667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Default: heuristic. Opt-in: cursor-cli:composer-2.5 on bounded candidates; --allow-external.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9260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9260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9260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30906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Uniqueness claims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6667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Prove $ via assumptions + bill import — not vendor pipeline metering.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976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2976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2976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622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~30%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0383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Scenario math on Assumptions — not a universal SLA.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297680"/>
            <a:ext cx="53492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297680"/>
            <a:ext cx="73152" cy="1234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297680"/>
            <a:ext cx="5349240" cy="1234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4622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5038344"/>
            <a:ext cx="4946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Import or sync UsageMetrics. Estimate vs bill + variance board.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08  ·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Demo-complete today. Org-scale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474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Shipped for the hackathon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2304"/>
            <a:ext cx="4946904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Hybrid enrichers (Cursor CLI, Ollama, …)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Variance board + honest savings tiers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Per-team + global Prove + usage import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Org-pack + Cursor/Claude adapters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Advisory levers (do not lead the pitch)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347472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85623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Next if we keep building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432304"/>
            <a:ext cx="4946904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Remote org exclusion apply APIs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 pilot pack (scan → apply → prove)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Keep Detect → Fix → Prove as the spine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09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Ports &amp; adapters — shared JSON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338328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73152" cy="356616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383280" cy="3566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64792"/>
            <a:ext cx="298094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risk-core (kernel)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40864"/>
            <a:ext cx="2980944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Classify, score, protect,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policy synthesis, usage math.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 VS Code / React / CLI frameworks.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338328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00200"/>
            <a:ext cx="73152" cy="3566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00200"/>
            <a:ext cx="3383280" cy="3566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764792"/>
            <a:ext cx="298094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.tokenforge/*.json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340864"/>
            <a:ext cx="2980944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scan-report.json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last-scan.json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UsageMetrics import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File contract between surfaces.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00200"/>
            <a:ext cx="338328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00200"/>
            <a:ext cx="73152" cy="3566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00200"/>
            <a:ext cx="3383280" cy="3566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764792"/>
            <a:ext cx="298094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Adapters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340864"/>
            <a:ext cx="2980944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Extension — Detect (tabs)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— Fix + hybrid enrichers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Dashboard — Prove / variance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4C49"/>
                </a:solidFill>
                <a:latin typeface="Calibri"/>
                <a:ea typeface="Calibri"/>
                <a:cs typeface="Calibri"/>
              </a:rPr>
              <a:t>Provider adapters write Copilot / Cursor / Claude policy packs from the same findings.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Coding FinOps — Detect → Fix → Prove.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FinOps for AI coding context waste — works across agents, not one brand.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4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They help the agent remember.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help the organisation stop bleeding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TokenForge  ·  Hackathon pitch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