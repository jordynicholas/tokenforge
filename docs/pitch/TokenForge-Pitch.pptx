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TokenForge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Coding FinOps</a:t>
            </a:r>
          </a:p>
          <a:p>
            <a:r>
              <a:t>Detect → Fix → 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Enterprises overspend on metered AI coding credits.</a:t>
            </a:r>
          </a:p>
          <a:p>
            <a:pPr>
              <a:defRPr sz="1800"/>
            </a:pPr>
            <a:r>
              <a:t>Low-value context inflates Chat/Agent workflows:</a:t>
            </a:r>
          </a:p>
          <a:p>
            <a:pPr>
              <a:defRPr sz="1800"/>
            </a:pPr>
            <a:r>
              <a:t>• inactive giant tabs</a:t>
            </a:r>
          </a:p>
          <a:p>
            <a:pPr>
              <a:defRPr sz="1800"/>
            </a:pPr>
            <a:r>
              <a:t>• lockfiles &amp; generated artifacts</a:t>
            </a:r>
          </a:p>
          <a:p>
            <a:pPr>
              <a:defRPr sz="1800"/>
            </a:pPr>
            <a:r>
              <a:t>• fat always-on instructions</a:t>
            </a:r>
          </a:p>
          <a:p>
            <a:pPr>
              <a:defRPr sz="1800"/>
            </a:pPr>
            <a:r>
              <a:t>• missing exclusions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Agent memory (Auto Memory, Cursor Memories) — continuity, not $ waste</a:t>
            </a:r>
          </a:p>
          <a:p>
            <a:pPr>
              <a:defRPr sz="1800"/>
            </a:pPr>
            <a:r>
              <a:t>Cloud / infra FinOps — blind to IDE/repo AI-context waste</a:t>
            </a:r>
          </a:p>
          <a:p>
            <a:pPr>
              <a:defRPr sz="1800"/>
            </a:pPr>
            <a:r>
              <a:t>LLM ops / prompt observability — API traces, not coding-agent hygiene</a:t>
            </a:r>
          </a:p>
          <a:p>
            <a:pPr>
              <a:defRPr sz="1800"/>
            </a:pPr>
            <a:r>
              <a:t>Vendor usage dashboards — show spend; do not Detect → Fix waste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TokenForge is different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Auto Memory: enriches continuity for one agent</a:t>
            </a:r>
          </a:p>
          <a:p>
            <a:pPr>
              <a:defRPr sz="1800"/>
            </a:pPr>
            <a:r>
              <a:t>TokenForge: cuts billable waste for the enterprise</a:t>
            </a:r>
          </a:p>
          <a:p>
            <a:pPr>
              <a:defRPr sz="1800"/>
            </a:pPr>
            <a:r>
              <a:t>Unique: Token Risk → policy pack → $ proof</a:t>
            </a:r>
          </a:p>
          <a:p>
            <a:pPr>
              <a:defRPr sz="1800"/>
            </a:pPr>
            <a:r>
              <a:t>  + global BU and per-team/repo Prove across architectures</a:t>
            </a:r>
          </a:p>
          <a:p>
            <a:pPr>
              <a:defRPr sz="1800"/>
            </a:pPr>
            <a:r>
              <a:t>Sound bite: They help the agent remember.</a:t>
            </a:r>
          </a:p>
          <a:p>
            <a:pPr>
              <a:defRPr sz="1800"/>
            </a:pPr>
            <a:r>
              <a:t>  We help the organisation stop bleeding tokens.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it's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Eng Manager / FinOps — buyer (ROI, team waste, projected $)</a:t>
            </a:r>
          </a:p>
          <a:p>
            <a:pPr>
              <a:defRPr sz="1800"/>
            </a:pPr>
            <a:r>
              <a:t>Developer — user (IDE risk signal + one-click repo fix)</a:t>
            </a:r>
          </a:p>
          <a:p>
            <a:pPr>
              <a:defRPr sz="1800"/>
            </a:pPr>
            <a:r>
              <a:t>Platform / DevEx — rollout (CLI + org policy pack at scale)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1. Detect — score risky context (provider-agnostic; hybrid optional)</a:t>
            </a:r>
          </a:p>
          <a:p>
            <a:pPr>
              <a:defRPr sz="1800"/>
            </a:pPr>
            <a:r>
              <a:t>2. Fix — lean instructions + exclusions via adapters</a:t>
            </a:r>
          </a:p>
          <a:p>
            <a:pPr>
              <a:defRPr sz="1800"/>
            </a:pPr>
            <a:r>
              <a:t>   (Copilot, Cursor, Claude, generic) + org-pack aggregation</a:t>
            </a:r>
          </a:p>
          <a:p>
            <a:pPr>
              <a:defRPr sz="1800"/>
            </a:pPr>
            <a:r>
              <a:t>3. Prove — global BU + per-team dashboards</a:t>
            </a:r>
          </a:p>
          <a:p>
            <a:pPr>
              <a:defRPr sz="1800"/>
            </a:pPr>
            <a:r>
              <a:t>   (microservices / serverless / data platforms)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(≤5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Noisy IDE tabs → Context Guard risk drops</a:t>
            </a:r>
          </a:p>
          <a:p>
            <a:pPr>
              <a:defRPr sz="1800"/>
            </a:pPr>
            <a:r>
              <a:t>CLI scan → apply policy pack</a:t>
            </a:r>
          </a:p>
          <a:p>
            <a:pPr>
              <a:defRPr sz="1800"/>
            </a:pPr>
            <a:r>
              <a:t>Dashboard Global → team drill-down → architecture mix</a:t>
            </a:r>
          </a:p>
          <a:p>
            <a:pPr>
              <a:defRPr sz="1800"/>
            </a:pPr>
            <a:r>
              <a:t>Assumptions → ~30% scenario · imported usage badge</a:t>
            </a:r>
          </a:p>
          <a:p>
            <a:pPr>
              <a:defRPr sz="1800"/>
            </a:pPr>
            <a:r>
              <a:t>Close: memory products ≠ FinOps control loop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Honesty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advise / exclude — we do not intercept agent pipelines.</a:t>
            </a:r>
          </a:p>
          <a:p>
            <a:pPr>
              <a:defRPr sz="1800"/>
            </a:pPr>
            <a:r>
              <a:t>Default scan is heuristic (no AI); hybrid is opt-in.</a:t>
            </a:r>
          </a:p>
          <a:p>
            <a:pPr>
              <a:defRPr sz="1800"/>
            </a:pPr>
            <a:r>
              <a:t>~30% = editable assumptions × scan totals — not a universal SLA.</a:t>
            </a:r>
          </a:p>
          <a:p>
            <a:pPr>
              <a:defRPr sz="1800"/>
            </a:pPr>
            <a:r>
              <a:t>Usage metrics = file/demo import — not live vendor billing APIs.</a:t>
            </a:r>
          </a:p>
          <a:p>
            <a:pPr>
              <a:defRPr sz="1800"/>
            </a:pPr>
            <a:r>
              <a:t>Pitch Chat/Agent metering — not unlimited completions.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Shipped (demo): per-team Prove, usage import, org-pack,</a:t>
            </a:r>
          </a:p>
          <a:p>
            <a:pPr>
              <a:defRPr sz="1800"/>
            </a:pPr>
            <a:r>
              <a:t>  Cursor/Claude adapters, compaction/routing advisories</a:t>
            </a:r>
          </a:p>
          <a:p>
            <a:pPr>
              <a:defRPr sz="1800"/>
            </a:pPr>
            <a:r>
              <a:t>Next (true org scale): live billing sync per provider;</a:t>
            </a:r>
          </a:p>
          <a:p>
            <a:pPr>
              <a:defRPr sz="1800"/>
            </a:pPr>
            <a:r>
              <a:t>  remote org exclusion apply APIs</a:t>
            </a:r>
          </a:p>
          <a:p>
            <a:pPr>
              <a:defRPr sz="1800"/>
            </a:pPr>
            <a:r>
              <a:t>Do not lead pitch: chat compaction · model routing as products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Category: AI Coding FinOps for metered coding agents.</a:t>
            </a:r>
          </a:p>
          <a:p>
            <a:pPr>
              <a:defRPr sz="1800"/>
            </a:pPr>
            <a:r>
              <a:t>Next proof: pilot on one business unit.</a:t>
            </a:r>
          </a:p>
          <a:p>
            <a:pPr>
              <a:defRPr sz="1800"/>
            </a:pPr>
            <a:r>
              <a:t>They help the agent remember.</a:t>
            </a:r>
          </a:p>
          <a:p>
            <a:pPr>
              <a:defRPr sz="1800"/>
            </a:pPr>
            <a:r>
              <a:t>We help the organisation stop bleeding tokens.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